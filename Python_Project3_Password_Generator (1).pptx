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62" r:id="rId17"/>
    <p:sldId id="263" r:id="rId18"/>
    <p:sldId id="282" r:id="rId19"/>
    <p:sldId id="283" r:id="rId20"/>
    <p:sldId id="284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81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KIT  •  BATCH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3: Enterprise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Password Generator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Secure Credential Systems with Python's Standard Library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0" cy="685800"/>
          </a:xfrm>
          <a:prstGeom prst="line">
            <a:avLst/>
          </a:prstGeom>
          <a:noFill/>
          <a:ln w="25400">
            <a:solidFill>
              <a:srgbClr val="D8A8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Alina Mehmood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Developer Track  •  Powered by DecodeLabs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www.decodelabs.tech   |   Greater Lucknow,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the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into the role of a Python Developer at DecodeLabs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6126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is the security phase of the training track: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Password Generator.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simply about producing “random characters” — it is about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Integration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advanced encryption software, interns must master importing Python’s built-in random and string modules to generate non-predictable, secure data — bridging the gap between basic coding and functional security tooling.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1965960"/>
            <a:ext cx="822960" cy="82296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970" y="217993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2971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Objective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338328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digital shield that protects user accounts with absolute precision — through pure programmatic logic.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Guidelines: Qualification Criteria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Your Badge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11096"/>
            <a:ext cx="777240" cy="7772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113178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56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20240" y="224028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3 to unlock other project tracks for next week.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374136"/>
            <a:ext cx="777240" cy="7772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3576218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319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920240" y="370332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submitted projects must be verified for code quality and correctness.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A45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837176"/>
            <a:ext cx="777240" cy="7772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762" y="5039258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7823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20240" y="5166360"/>
            <a:ext cx="9235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is the definitive milestone for mastering the security domain.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 &amp; Key Skills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18488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85623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011680" y="1847088"/>
            <a:ext cx="9326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tool that asks the user for a password length (e.g., 8 characters) and generates a random, complex password using letters, digits, and symbols.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337560"/>
            <a:ext cx="731520" cy="73152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" y="35277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68680" y="4114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Modules 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(import random, import string, import secrets)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310896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4F7FD"/>
          </a:solidFill>
          <a:ln/>
        </p:spPr>
      </p:sp>
      <p:sp>
        <p:nvSpPr>
          <p:cNvPr id="14" name="Shape 10"/>
          <p:cNvSpPr/>
          <p:nvPr/>
        </p:nvSpPr>
        <p:spPr>
          <a:xfrm>
            <a:off x="6537960" y="333756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155" y="352775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9808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37960" y="411480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interns how to use Python’s built-in libraries to solve real-world security problems — the foundation of professional, maintainable backend engineering.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Isolated Scripts to Enterprise Systems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the gatekeeper to advanced backend development.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BEF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Scripting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one-off logic for every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typed character arrays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5295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pseudo-random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1513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Quadratic-time string concatenation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7731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of user input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standard-library components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9077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module for locale-independent sets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5295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module for cryptographic security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15137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Linear-time .join() accumulation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477316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input validation &amp; error handling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 – Process – Output Scaffold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workflows become manageable when broken into three distinct phases.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331720"/>
            <a:ext cx="1005840" cy="10058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738" y="25932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environmental requirements and validate user data.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333756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201168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5B678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92140" y="2331720"/>
            <a:ext cx="1005840" cy="10058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658" y="2593238"/>
            <a:ext cx="482803" cy="482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7200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4892040" y="4023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computational transformations through the core logic engine.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337560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03920" y="2011680"/>
            <a:ext cx="32461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624060" y="2331720"/>
            <a:ext cx="1005840" cy="10058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5578" y="2593238"/>
            <a:ext cx="482803" cy="4828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8823960" y="4023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secure, high-integrity password to the user.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08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8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890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1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77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74e8cda7-ec3e-42e2-9ef3-0e755a01eb3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96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88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65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93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Environmental</a:t>
            </a:r>
            <a:endParaRPr lang="en-US" sz="24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1097280" cy="109728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3" y="311993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60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phase is the first point of failure in any system.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1410919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26187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robust implementation must capture a target integer representing the desired password length.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246247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231343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 must be rigorously validated to prevent system crashes.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663440" y="3383280"/>
            <a:ext cx="502920" cy="50292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99" y="3514039"/>
            <a:ext cx="241402" cy="24140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33649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also guards against the generation of fundamentally insecure, too-short credentials.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663440" y="4526280"/>
            <a:ext cx="6675120" cy="1600200"/>
          </a:xfrm>
          <a:prstGeom prst="roundRect">
            <a:avLst>
              <a:gd name="adj" fmla="val 4571"/>
            </a:avLst>
          </a:prstGeom>
          <a:solidFill>
            <a:srgbClr val="F4F7FD"/>
          </a:solidFill>
          <a:ln/>
        </p:spPr>
      </p:sp>
      <p:sp>
        <p:nvSpPr>
          <p:cNvPr id="18" name="Text 12"/>
          <p:cNvSpPr/>
          <p:nvPr/>
        </p:nvSpPr>
        <p:spPr>
          <a:xfrm>
            <a:off x="4983480" y="4681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Checklist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83480" y="502920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input is a whole number, not text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lengths below the secure minimum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gracefully on invalid entries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NIST 2024 Guidelines: Length Over Complexity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requirements like mandatory uppercase, numbers, and symbols are obsolete — they lead to predictable human patterns.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Legacy Policies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2024 NIST SP 800-63-4 Updates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strike="sngStrike" dirty="0">
                          <a:solidFill>
                            <a:srgbClr val="9A9A9A"/>
                          </a:solidFill>
                        </a:rPr>
                        <a:t>Mandatory complexity (1 upper, 1 lower, 1 symbol)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Mandatory Length: minimum of 15 characters required for high-security contexts.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strike="sngStrike" dirty="0">
                          <a:solidFill>
                            <a:srgbClr val="9A9A9A"/>
                          </a:solidFill>
                        </a:rPr>
                        <a:t>8-character minimum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Maximum Length: systems must allow at least 64 characters to support passphrases.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strike="sngStrike" dirty="0">
                          <a:solidFill>
                            <a:srgbClr val="9A9A9A"/>
                          </a:solidFill>
                        </a:rPr>
                        <a:t>Periodic 90-day resets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Rotation: periodic resets are eliminated; passwords change only upon compromise.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9A9A9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</a:rPr>
                        <a:t>Blocklisting: verifiers must actively screen inputs against known compromised passwords.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25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409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66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02: The Backend Transformation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from requirement-gathering to the execution of logic — pooling character sets and transforming an integer into a complex, secure string.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Character Classification (string module)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675120" cy="1920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8A84E"/>
                          </a:solidFill>
                        </a:rPr>
                        <a:t>Constant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8A84E"/>
                          </a:solidFill>
                        </a:rPr>
                        <a:t>Description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string.ascii_letters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</a:rPr>
                        <a:t>Concatenation of lowercase and uppercase ASCII letters.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string.digits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</a:rPr>
                        <a:t>The string '0123456789'.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string.punctuation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ADCFC"/>
                          </a:solidFill>
                        </a:rPr>
                        <a:t>Standard ASCII punctuation and special symbols.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41A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519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typing character arrays is tedious, error-prone, and amateur — professional engineers leverage the string module for locale-independent consistency.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89520" y="21488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41A45"/>
          </a:solidFill>
          <a:ln/>
        </p:spPr>
      </p:sp>
      <p:sp>
        <p:nvSpPr>
          <p:cNvPr id="8" name="Shape 5"/>
          <p:cNvSpPr/>
          <p:nvPr/>
        </p:nvSpPr>
        <p:spPr>
          <a:xfrm>
            <a:off x="9281160" y="2468880"/>
            <a:ext cx="822960" cy="82296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130" y="2682850"/>
            <a:ext cx="395021" cy="395021"/>
          </a:xfrm>
          <a:prstGeom prst="rect">
            <a:avLst/>
          </a:prstGeom>
        </p:spPr>
      </p:pic>
      <p:sp>
        <p:nvSpPr>
          <p:cNvPr id="5" name="Text 6"/>
          <p:cNvSpPr/>
          <p:nvPr/>
        </p:nvSpPr>
        <p:spPr>
          <a:xfrm>
            <a:off x="786384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Guarantee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863840" y="39319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engine must guarantee both cryptographic integrity and peak memory efficiency at every step.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Security: random vs. secrets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vulnerability of the standard random module.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BEFE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0308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 — Not for Security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the </a:t>
            </a: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Mersenne Twister</a:t>
            </a: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deterministic pseudo-random number generator. 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often seeded by predictable system time, an attacker who knows the seed can calculate and predict the generated password.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20308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module — Enterprise Standard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Python 3.6, </a:t>
            </a:r>
            <a:r>
              <a:rPr lang="en-US" sz="13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mandatory enterprise standard for passwords and security tokens. 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taps into the operating system’s highest-quality entropy source (hardware-level noise) via </a:t>
            </a:r>
            <a:r>
              <a:rPr lang="en-US" sz="13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secrets.choice()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replacing </a:t>
            </a:r>
            <a:r>
              <a:rPr lang="en-US" sz="13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random.choice()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ensure outputs are completely unpredictable.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Management: String Immutability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strings are immutable objects — they cannot be changed in place.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21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string object created in memory.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297180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2121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0" y="23774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+ "B"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00600" y="30632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 attempts modification — fails; original block cannot change.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971800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03920" y="1965960"/>
            <a:ext cx="3246120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0" y="2121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503920" y="237744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"AB"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732520" y="3063240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completely new object is created; the old one is discarded.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4828032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30" y="5042002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475488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single character is appended to an existing string, the interpreter copies the old content, adds the new character, and discards the old object — creating significant overhead inside a loop.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the Accumulator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time complexity vs. quadratic time complexity.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BEF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Junior Approach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+= char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temporary object in every iteration, resulting in high memory impact and quadratic time complexity: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memory grows sharply as password length increases.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Approach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37960" y="228600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141A45"/>
          </a:solidFill>
          <a:ln w="12700">
            <a:solidFill>
              <a:srgbClr val="D8A8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2860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8A8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''.join(list)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017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total required size and performs memory allocation exactly once, achieving highly efficient linear time complexity: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931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8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37960" y="48006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memory grows proportionally — predictable and efficient.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03: The Mathematical Provision of Security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delivering the randomized string, we must mathematically prove its resistance to modern cracking techniques.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1828800"/>
            <a:ext cx="9235440" cy="1737360"/>
          </a:xfrm>
          <a:prstGeom prst="roundRect">
            <a:avLst>
              <a:gd name="adj" fmla="val 5263"/>
            </a:avLst>
          </a:prstGeom>
          <a:solidFill>
            <a:srgbClr val="141A45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96596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8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L × log₂(R)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63040" y="2880360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measures the unpredictability of a string, expressed in bits.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379476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232B5E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3977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8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91640" y="46634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of the password.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379476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232B5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9776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8A8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46634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character pool (e.g., 62 for alphanumeric).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Hardware Realities Demand Longer Passwords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GPUs can test billions of combinations per second.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783080"/>
          <a:ext cx="10332720" cy="292608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Password Length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Estimated Time to Crack</a:t>
                      </a:r>
                      <a:endParaRPr lang="en-US" sz="135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8 characters (62⁸ complexity)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</a:rPr>
                        <a:t>Cracked in 2 days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</a:rPr>
                        <a:t>10 characters (62¹⁰ complexity)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3B"/>
                          </a:solidFill>
                        </a:rPr>
                        <a:t>Cracked in 5 years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16 characters (62¹⁶ complexity)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D8A84E"/>
                          </a:solidFill>
                        </a:rPr>
                        <a:t>Secure for millions of years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498348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/>
          <p:nvPr/>
        </p:nvSpPr>
        <p:spPr>
          <a:xfrm>
            <a:off x="1234440" y="498348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mathematical reality is exactly why NIST guidelines now demand length over complexity.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Validated Architecture of an</a:t>
            </a:r>
            <a:endParaRPr lang="en-US" sz="2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Backend Engineer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3200400" cy="1920240"/>
          </a:xfrm>
          <a:prstGeom prst="roundRect">
            <a:avLst>
              <a:gd name="adj" fmla="val 4286"/>
            </a:avLst>
          </a:prstGeom>
          <a:solidFill>
            <a:srgbClr val="141A45"/>
          </a:solidFill>
          <a:ln w="9525">
            <a:solidFill>
              <a:srgbClr val="D8A8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2011680"/>
            <a:ext cx="914400" cy="91440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704" y="2249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2024 Inputs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606040"/>
            <a:ext cx="411480" cy="411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800600" y="1783080"/>
            <a:ext cx="3200400" cy="1920240"/>
          </a:xfrm>
          <a:prstGeom prst="roundRect">
            <a:avLst>
              <a:gd name="adj" fmla="val 4286"/>
            </a:avLst>
          </a:prstGeom>
          <a:solidFill>
            <a:srgbClr val="232B5E"/>
          </a:solidFill>
          <a:ln w="9525">
            <a:solidFill>
              <a:srgbClr val="D8A84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943600" y="2011680"/>
            <a:ext cx="914400" cy="91440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2249424"/>
            <a:ext cx="438912" cy="4389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9204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.join()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606040"/>
            <a:ext cx="411480" cy="411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778240" y="1783080"/>
            <a:ext cx="3200400" cy="1920240"/>
          </a:xfrm>
          <a:prstGeom prst="roundRect">
            <a:avLst>
              <a:gd name="adj" fmla="val 4286"/>
            </a:avLst>
          </a:prstGeom>
          <a:solidFill>
            <a:srgbClr val="141A45"/>
          </a:solidFill>
          <a:ln w="9525">
            <a:solidFill>
              <a:srgbClr val="D8A84E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9921240" y="2011680"/>
            <a:ext cx="914400" cy="914400"/>
          </a:xfrm>
          <a:prstGeom prst="ellipse">
            <a:avLst/>
          </a:prstGeom>
          <a:solidFill>
            <a:srgbClr val="D8A84E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249424"/>
            <a:ext cx="438912" cy="4389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6968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Validation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822960" y="416052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mastering the Input-Process-Output scaffold, you have engineered a resilient cybersecurity tool.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arrays were replaced with the string module, O(N²) bottlenecks with .join(), and predictable pseudo-randomness with cryptographically secure secrets.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 longer writing isolated scripts — you are ready to architect interconnected APIs in Project 4.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91640"/>
            <a:ext cx="10424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absolute best way to master Python Programming is through hands-on practice, not just theory.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each project one by one, experiment with unique solutions — like allowing special characters (@, #, $) or ensuring the password always contains at least one number — and treat every </a:t>
            </a: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logic error as a learning opportunity.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build these milestones at DecodeLabs, you are creating a real-world portfolio that showcases your backend automation skills to future employers.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to becoming a professional developer begins right here, right now, with the very first secure string you generate today.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Project 3  |  Random Password Generator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48056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202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6974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8A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Alina Mehmood  •  Python Developer Track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5176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+91 89330 06408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22376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decodelabs.tech@gmail.com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5176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www.decodelabs.tech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22376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Lucknow, India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1467</Words>
  <Application>Microsoft Office PowerPoint</Application>
  <PresentationFormat>Widescreen</PresentationFormat>
  <Paragraphs>217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- Project 3: Enterprise Random Password Generator</dc:title>
  <dc:subject>PptxGenJS Presentation</dc:subject>
  <dc:creator>Alina Mehmood</dc:creator>
  <cp:lastModifiedBy>Windows User</cp:lastModifiedBy>
  <cp:revision>3</cp:revision>
  <dcterms:created xsi:type="dcterms:W3CDTF">2026-07-03T11:13:43Z</dcterms:created>
  <dcterms:modified xsi:type="dcterms:W3CDTF">2026-07-04T06:06:42Z</dcterms:modified>
</cp:coreProperties>
</file>